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61" r:id="rId3"/>
    <p:sldId id="271" r:id="rId4"/>
    <p:sldId id="276" r:id="rId5"/>
    <p:sldId id="277" r:id="rId6"/>
    <p:sldId id="278" r:id="rId7"/>
    <p:sldId id="279" r:id="rId8"/>
    <p:sldId id="274" r:id="rId9"/>
    <p:sldId id="280" r:id="rId10"/>
  </p:sldIdLst>
  <p:sldSz cx="9144000" cy="6858000" type="screen4x3"/>
  <p:notesSz cx="6858000" cy="9144000"/>
  <p:defaultTextStyle>
    <a:defPPr>
      <a:defRPr lang="be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6" autoAdjust="0"/>
    <p:restoredTop sz="94651" autoAdjust="0"/>
  </p:normalViewPr>
  <p:slideViewPr>
    <p:cSldViewPr>
      <p:cViewPr varScale="1">
        <p:scale>
          <a:sx n="77" d="100"/>
          <a:sy n="77" d="100"/>
        </p:scale>
        <p:origin x="108" y="6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e-BY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CCB980-34A6-4600-B3C0-4636393C74D4}" type="datetimeFigureOut">
              <a:rPr lang="be-BY" smtClean="0"/>
              <a:t>15.06.21</a:t>
            </a:fld>
            <a:endParaRPr lang="be-BY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e-BY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be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e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6B63A-BCAF-477B-A5A3-21D0150D8ECB}" type="slidenum">
              <a:rPr lang="be-BY" smtClean="0"/>
              <a:t>‹#›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373992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6B63A-BCAF-477B-A5A3-21D0150D8ECB}" type="slidenum">
              <a:rPr lang="be-BY" smtClean="0"/>
              <a:t>8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61163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036B63A-BCAF-477B-A5A3-21D0150D8ECB}" type="slidenum">
              <a:rPr lang="be-BY" smtClean="0"/>
              <a:t>9</a:t>
            </a:fld>
            <a:endParaRPr lang="be-BY"/>
          </a:p>
        </p:txBody>
      </p:sp>
    </p:spTree>
    <p:extLst>
      <p:ext uri="{BB962C8B-B14F-4D97-AF65-F5344CB8AC3E}">
        <p14:creationId xmlns:p14="http://schemas.microsoft.com/office/powerpoint/2010/main" val="1627269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1"/>
            <a:ext cx="7772400" cy="42672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800" baseline="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53000"/>
            <a:ext cx="6400800" cy="1219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BBFED-BA77-4745-AE6F-D30524014DF9}" type="datetime1">
              <a:rPr lang="be-BY" smtClean="0"/>
              <a:t>15.06.21</a:t>
            </a:fld>
            <a:endParaRPr lang="be-BY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be-BY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spcAft>
                <a:spcPts val="1200"/>
              </a:spcAft>
              <a:defRPr/>
            </a:lvl1pPr>
            <a:lvl2pPr>
              <a:defRPr sz="2400" baseline="0"/>
            </a:lvl2pPr>
            <a:lvl3pPr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 err="1"/>
              <a:t>Четвертый</a:t>
            </a:r>
            <a:r>
              <a:rPr lang="ru-RU" dirty="0"/>
              <a:t>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35BE4-D2E3-4B06-8199-FBE957B72CB8}" type="datetime1">
              <a:rPr lang="be-BY" smtClean="0"/>
              <a:t>15.06.21</a:t>
            </a:fld>
            <a:endParaRPr lang="be-BY" dirty="0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 dirty="0"/>
          </a:p>
        </p:txBody>
      </p:sp>
      <p:sp>
        <p:nvSpPr>
          <p:cNvPr id="12" name="Номер слайда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 dirty="0"/>
          </a:p>
        </p:txBody>
      </p:sp>
      <p:sp>
        <p:nvSpPr>
          <p:cNvPr id="13" name="Заголовок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be-BY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371600"/>
            <a:ext cx="7772400" cy="2505075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068763"/>
            <a:ext cx="7772400" cy="1131887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B45C0-2069-4F52-95E3-F086F56FB06A}" type="datetime1">
              <a:rPr lang="be-BY" smtClean="0"/>
              <a:t>15.06.21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  <p:sp>
        <p:nvSpPr>
          <p:cNvPr id="7" name="Oval 6"/>
          <p:cNvSpPr/>
          <p:nvPr/>
        </p:nvSpPr>
        <p:spPr>
          <a:xfrm>
            <a:off x="4495800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3924300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FCD5D-BAF7-4445-A438-BA1B9F86CCA3}" type="datetime1">
              <a:rPr lang="be-BY" smtClean="0"/>
              <a:t>15.06.21</a:t>
            </a:fld>
            <a:endParaRPr lang="be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600200"/>
            <a:ext cx="4041648" cy="452628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4040188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1600200"/>
            <a:ext cx="4041775" cy="6096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E3570-DDCA-4104-9000-33D6B540690F}" type="datetime1">
              <a:rPr lang="be-BY" smtClean="0"/>
              <a:t>15.06.21</a:t>
            </a:fld>
            <a:endParaRPr lang="be-B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2212848"/>
            <a:ext cx="4041648" cy="391363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2212848"/>
            <a:ext cx="4041648" cy="3913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36A6-13A8-42DA-878C-910F56331A6A}" type="datetime1">
              <a:rPr lang="be-BY" smtClean="0"/>
              <a:t>15.06.21</a:t>
            </a:fld>
            <a:endParaRPr lang="be-B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1A9F-65EF-4DF2-B0A7-EB6A91B0F68C}" type="datetime1">
              <a:rPr lang="be-BY" smtClean="0"/>
              <a:t>15.06.21</a:t>
            </a:fld>
            <a:endParaRPr lang="be-B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7" y="266700"/>
            <a:ext cx="3008313" cy="209550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7" y="273050"/>
            <a:ext cx="499586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7" y="2438400"/>
            <a:ext cx="3008313" cy="3687763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68C4C-A1BA-461C-BCE9-04720CCEC031}" type="datetime1">
              <a:rPr lang="be-BY" smtClean="0"/>
              <a:t>15.06.21</a:t>
            </a:fld>
            <a:endParaRPr lang="be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228600"/>
            <a:ext cx="5711824" cy="895350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1143000"/>
            <a:ext cx="6054724" cy="4541044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5810250"/>
            <a:ext cx="5711824" cy="5334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3FFD45-1A1C-4C67-B1F1-04751D6712F1}" type="datetime1">
              <a:rPr lang="be-BY" smtClean="0"/>
              <a:t>15.06.21</a:t>
            </a:fld>
            <a:endParaRPr lang="be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F440F3-4F31-4D7B-B285-6888DCE07A7E}" type="datetime1">
              <a:rPr lang="be-BY" smtClean="0"/>
              <a:t>15.06.21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9E49D-9247-43BB-A038-8251ABF900D2}" type="datetime1">
              <a:rPr lang="be-BY" smtClean="0"/>
              <a:t>15.06.21</a:t>
            </a:fld>
            <a:endParaRPr lang="be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e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‹#›</a:t>
            </a:fld>
            <a:endParaRPr lang="be-BY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0000">
              <a:schemeClr val="bg1">
                <a:tint val="80000"/>
                <a:satMod val="250000"/>
              </a:schemeClr>
            </a:gs>
            <a:gs pos="100000">
              <a:schemeClr val="bg1">
                <a:tint val="90000"/>
                <a:shade val="90000"/>
                <a:satMod val="200000"/>
              </a:schemeClr>
            </a:gs>
            <a:gs pos="100000">
              <a:schemeClr val="bg1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807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96752"/>
            <a:ext cx="8229600" cy="4929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 err="1"/>
              <a:t>Четвертый</a:t>
            </a:r>
            <a:r>
              <a:rPr lang="ru-RU" dirty="0"/>
              <a:t>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7" y="6356350"/>
            <a:ext cx="2085975" cy="365125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A1A26BA7-E2E7-40F3-B4FE-B8B19CB07314}" type="datetime1">
              <a:rPr lang="be-BY" smtClean="0"/>
              <a:t>15.06.21</a:t>
            </a:fld>
            <a:endParaRPr lang="be-BY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5" y="6356350"/>
            <a:ext cx="2847975" cy="365125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be-BY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8" y="6356350"/>
            <a:ext cx="561975" cy="365125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F521CFA4-FA40-4CD9-A8D1-CCA139A41BDD}" type="slidenum">
              <a:rPr lang="be-BY" smtClean="0"/>
              <a:t>‹#›</a:t>
            </a:fld>
            <a:endParaRPr lang="be-BY" dirty="0"/>
          </a:p>
        </p:txBody>
      </p:sp>
      <p:sp>
        <p:nvSpPr>
          <p:cNvPr id="7" name="Oval 6"/>
          <p:cNvSpPr/>
          <p:nvPr userDrawn="1"/>
        </p:nvSpPr>
        <p:spPr>
          <a:xfrm>
            <a:off x="8457760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 userDrawn="1"/>
        </p:nvSpPr>
        <p:spPr>
          <a:xfrm>
            <a:off x="569119" y="6499384"/>
            <a:ext cx="84772" cy="8477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4000" kern="1200" baseline="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lnSpc>
          <a:spcPts val="3600"/>
        </a:lnSpc>
        <a:spcBef>
          <a:spcPct val="20000"/>
        </a:spcBef>
        <a:buFont typeface="Arial" pitchFamily="34" charset="0"/>
        <a:buChar char="•"/>
        <a:defRPr sz="2800" kern="1200" baseline="0">
          <a:solidFill>
            <a:schemeClr val="tx1">
              <a:lumMod val="95000"/>
              <a:lumOff val="5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2400" kern="1200" baseline="0">
          <a:solidFill>
            <a:schemeClr val="tx1">
              <a:lumMod val="85000"/>
              <a:lumOff val="15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baseline="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2000" kern="1200" baseline="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 baseline="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9212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dirty="0"/>
              <a:t>Дипломная работа</a:t>
            </a:r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endParaRPr lang="ru-RU" sz="2400" dirty="0"/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2400" dirty="0"/>
              <a:t>Выполнил</a:t>
            </a:r>
            <a:endParaRPr lang="en-US" sz="2400" dirty="0"/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2400" dirty="0" err="1" smtClean="0"/>
              <a:t>Крисевич</a:t>
            </a:r>
            <a:r>
              <a:rPr lang="ru-RU" sz="2400" dirty="0" smtClean="0"/>
              <a:t> Денис Александрович</a:t>
            </a:r>
            <a:endParaRPr lang="ru-RU" sz="2400" dirty="0"/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endParaRPr lang="ru-RU" sz="2400" dirty="0"/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2400" dirty="0"/>
              <a:t>Научный руководитель:</a:t>
            </a:r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2400" dirty="0"/>
              <a:t>кандидат технических наук,</a:t>
            </a:r>
            <a:endParaRPr lang="en-US" sz="2400" dirty="0"/>
          </a:p>
          <a:p>
            <a:pPr marL="0" indent="0" algn="r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2400" dirty="0"/>
              <a:t>доцент А.Е. Люлькин</a:t>
            </a:r>
            <a:endParaRPr lang="be-BY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1</a:t>
            </a:fld>
            <a:endParaRPr lang="be-BY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2060848"/>
          </a:xfrm>
        </p:spPr>
        <p:txBody>
          <a:bodyPr/>
          <a:lstStyle/>
          <a:p>
            <a:r>
              <a:rPr lang="ru-RU" sz="2800" b="1" dirty="0">
                <a:effectLst/>
              </a:rPr>
              <a:t>РАЗРАБОТКА СЕРВЕРНОЙ ЧАСТИ МОБИЛЬНОГО ПРИЛОЖЕНИЯ ПОД ANDROID ДЛЯ ОНЛАЙН-ИГРЫ</a:t>
            </a:r>
            <a:endParaRPr lang="ru-RU" sz="2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27689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2204864"/>
            <a:ext cx="8229600" cy="3741199"/>
          </a:xfrm>
        </p:spPr>
        <p:txBody>
          <a:bodyPr>
            <a:normAutofit/>
          </a:bodyPr>
          <a:lstStyle/>
          <a:p>
            <a:pPr lvl="0"/>
            <a:r>
              <a:rPr lang="ru-RU" dirty="0" smtClean="0"/>
              <a:t>Разработать </a:t>
            </a:r>
            <a:r>
              <a:rPr lang="ru-RU" dirty="0"/>
              <a:t>основные механики игры и элементы управления;</a:t>
            </a:r>
          </a:p>
          <a:p>
            <a:pPr lvl="0"/>
            <a:r>
              <a:rPr lang="ru-RU" dirty="0" smtClean="0"/>
              <a:t>Разработать функцию </a:t>
            </a:r>
            <a:r>
              <a:rPr lang="ru-RU" dirty="0"/>
              <a:t>объединения игроков в игровую сессию;</a:t>
            </a:r>
          </a:p>
          <a:p>
            <a:pPr lvl="0"/>
            <a:r>
              <a:rPr lang="ru-RU" dirty="0" smtClean="0"/>
              <a:t>Разработать систему достижений и </a:t>
            </a:r>
            <a:r>
              <a:rPr lang="ru-RU" dirty="0"/>
              <a:t>таблица лидеров.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2</a:t>
            </a:fld>
            <a:endParaRPr lang="be-BY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-1"/>
            <a:ext cx="8229600" cy="1415993"/>
          </a:xfrm>
        </p:spPr>
        <p:txBody>
          <a:bodyPr/>
          <a:lstStyle/>
          <a:p>
            <a:r>
              <a:rPr lang="ru-RU" dirty="0"/>
              <a:t>Задачи, решаемые в дипломной работе</a:t>
            </a:r>
            <a:endParaRPr lang="be-BY" dirty="0"/>
          </a:p>
        </p:txBody>
      </p:sp>
    </p:spTree>
    <p:extLst>
      <p:ext uri="{BB962C8B-B14F-4D97-AF65-F5344CB8AC3E}">
        <p14:creationId xmlns:p14="http://schemas.microsoft.com/office/powerpoint/2010/main" val="33398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3</a:t>
            </a:fld>
            <a:endParaRPr lang="be-BY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648072"/>
          </a:xfrm>
        </p:spPr>
        <p:txBody>
          <a:bodyPr/>
          <a:lstStyle/>
          <a:p>
            <a:r>
              <a:rPr lang="ru-RU" sz="3000" dirty="0" smtClean="0"/>
              <a:t>Выбор серверного движка</a:t>
            </a:r>
            <a:endParaRPr lang="be-BY" sz="3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2"/>
          <a:srcRect l="12200" t="13494" r="60041" b="78140"/>
          <a:stretch/>
        </p:blipFill>
        <p:spPr>
          <a:xfrm>
            <a:off x="5292080" y="1556792"/>
            <a:ext cx="3384376" cy="79208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3"/>
          <a:srcRect l="12200" t="10451" r="68900" b="81183"/>
          <a:stretch/>
        </p:blipFill>
        <p:spPr>
          <a:xfrm>
            <a:off x="2213785" y="4449718"/>
            <a:ext cx="4608512" cy="158417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/>
          <a:srcRect l="13382" t="34789" r="31691" b="34789"/>
          <a:stretch/>
        </p:blipFill>
        <p:spPr>
          <a:xfrm>
            <a:off x="1115616" y="1556792"/>
            <a:ext cx="1987996" cy="855052"/>
          </a:xfrm>
          <a:prstGeom prst="rect">
            <a:avLst/>
          </a:prstGeom>
        </p:spPr>
      </p:pic>
      <p:sp>
        <p:nvSpPr>
          <p:cNvPr id="11" name="Прямоугольник 10"/>
          <p:cNvSpPr/>
          <p:nvPr/>
        </p:nvSpPr>
        <p:spPr>
          <a:xfrm>
            <a:off x="1323958" y="3203932"/>
            <a:ext cx="177965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err="1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Ulink</a:t>
            </a:r>
            <a:endParaRPr lang="ru-RU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4421319" y="3203932"/>
            <a:ext cx="45111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ElektroServer</a:t>
            </a:r>
            <a:endParaRPr lang="ru-RU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8797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4</a:t>
            </a:fld>
            <a:endParaRPr lang="be-BY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648072"/>
          </a:xfrm>
        </p:spPr>
        <p:txBody>
          <a:bodyPr/>
          <a:lstStyle/>
          <a:p>
            <a:r>
              <a:rPr lang="ru-RU" sz="3000" dirty="0" smtClean="0"/>
              <a:t>Обзор серверного движка</a:t>
            </a:r>
            <a:endParaRPr lang="be-BY" sz="3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44" y="1628800"/>
            <a:ext cx="8693346" cy="438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575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5</a:t>
            </a:fld>
            <a:endParaRPr lang="be-BY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648072"/>
          </a:xfrm>
        </p:spPr>
        <p:txBody>
          <a:bodyPr/>
          <a:lstStyle/>
          <a:p>
            <a:r>
              <a:rPr lang="ru-RU" sz="3000" dirty="0" smtClean="0"/>
              <a:t>Обзор серверного движка</a:t>
            </a:r>
            <a:endParaRPr lang="be-BY" sz="3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61" t="18500" r="23120" b="19551"/>
          <a:stretch/>
        </p:blipFill>
        <p:spPr>
          <a:xfrm>
            <a:off x="1403648" y="1455341"/>
            <a:ext cx="6479300" cy="490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239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6</a:t>
            </a:fld>
            <a:endParaRPr lang="be-BY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648072"/>
          </a:xfrm>
        </p:spPr>
        <p:txBody>
          <a:bodyPr/>
          <a:lstStyle/>
          <a:p>
            <a:r>
              <a:rPr lang="ru-RU" sz="3000" dirty="0" smtClean="0"/>
              <a:t>Разработка игровых механик</a:t>
            </a:r>
            <a:endParaRPr lang="be-BY" sz="3000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161951"/>
            <a:ext cx="4477342" cy="479715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722" y="1161951"/>
            <a:ext cx="3645024" cy="364502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51" b="56300"/>
          <a:stretch/>
        </p:blipFill>
        <p:spPr>
          <a:xfrm>
            <a:off x="4971163" y="4677128"/>
            <a:ext cx="3777301" cy="154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226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7</a:t>
            </a:fld>
            <a:endParaRPr lang="be-BY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07504" y="116632"/>
            <a:ext cx="8856984" cy="648072"/>
          </a:xfrm>
        </p:spPr>
        <p:txBody>
          <a:bodyPr/>
          <a:lstStyle/>
          <a:p>
            <a:r>
              <a:rPr lang="ru-RU" sz="3000" dirty="0" smtClean="0"/>
              <a:t>Модель персонажа «снайпер»</a:t>
            </a:r>
            <a:endParaRPr lang="be-BY" sz="3000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2"/>
          <a:srcRect l="16335" t="13825" r="21651" b="35973"/>
          <a:stretch/>
        </p:blipFill>
        <p:spPr>
          <a:xfrm>
            <a:off x="755576" y="1126369"/>
            <a:ext cx="7560840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171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/>
          <p:cNvSpPr>
            <a:spLocks noGrp="1"/>
          </p:cNvSpPr>
          <p:nvPr>
            <p:ph idx="1"/>
          </p:nvPr>
        </p:nvSpPr>
        <p:spPr>
          <a:xfrm>
            <a:off x="457200" y="1410233"/>
            <a:ext cx="8229600" cy="4516611"/>
          </a:xfrm>
        </p:spPr>
        <p:txBody>
          <a:bodyPr>
            <a:normAutofit/>
          </a:bodyPr>
          <a:lstStyle/>
          <a:p>
            <a:pPr lvl="0"/>
            <a:r>
              <a:rPr lang="ru-RU" dirty="0" smtClean="0"/>
              <a:t>Разработаны </a:t>
            </a:r>
            <a:r>
              <a:rPr lang="ru-RU" dirty="0"/>
              <a:t>основные механики игры и элементы управления;</a:t>
            </a:r>
          </a:p>
          <a:p>
            <a:pPr lvl="0"/>
            <a:r>
              <a:rPr lang="ru-RU" dirty="0" smtClean="0"/>
              <a:t>Разработана </a:t>
            </a:r>
            <a:r>
              <a:rPr lang="ru-RU" dirty="0"/>
              <a:t>функция объединения игроков в одну игровую сессию; </a:t>
            </a:r>
          </a:p>
          <a:p>
            <a:pPr lvl="0"/>
            <a:r>
              <a:rPr lang="ru-RU" dirty="0" smtClean="0"/>
              <a:t>Разработана </a:t>
            </a:r>
            <a:r>
              <a:rPr lang="ru-RU" dirty="0"/>
              <a:t>функция передачи данных между игроками в реальном времени;</a:t>
            </a:r>
          </a:p>
          <a:p>
            <a:pPr lvl="0"/>
            <a:r>
              <a:rPr lang="ru-RU" dirty="0" smtClean="0"/>
              <a:t>Разработана </a:t>
            </a:r>
            <a:r>
              <a:rPr lang="ru-RU" dirty="0"/>
              <a:t>таблица лидеров и игровые достижения.</a:t>
            </a: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8</a:t>
            </a:fld>
            <a:endParaRPr lang="be-BY" dirty="0"/>
          </a:p>
        </p:txBody>
      </p:sp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-1"/>
            <a:ext cx="8229600" cy="980729"/>
          </a:xfrm>
        </p:spPr>
        <p:txBody>
          <a:bodyPr/>
          <a:lstStyle/>
          <a:p>
            <a:r>
              <a:rPr lang="ru-RU" dirty="0" smtClean="0"/>
              <a:t>Полученные результаты</a:t>
            </a:r>
            <a:endParaRPr lang="be-BY" dirty="0"/>
          </a:p>
        </p:txBody>
      </p:sp>
    </p:spTree>
    <p:extLst>
      <p:ext uri="{BB962C8B-B14F-4D97-AF65-F5344CB8AC3E}">
        <p14:creationId xmlns:p14="http://schemas.microsoft.com/office/powerpoint/2010/main" val="407200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1CFA4-FA40-4CD9-A8D1-CCA139A41BDD}" type="slidenum">
              <a:rPr lang="be-BY" smtClean="0"/>
              <a:t>9</a:t>
            </a:fld>
            <a:endParaRPr lang="be-BY" dirty="0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685800" y="1412776"/>
            <a:ext cx="7772400" cy="250507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baseline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ru-RU" dirty="0" smtClean="0"/>
              <a:t>Спасибо за внимание!</a:t>
            </a:r>
            <a:endParaRPr lang="be-BY" dirty="0"/>
          </a:p>
        </p:txBody>
      </p:sp>
    </p:spTree>
    <p:extLst>
      <p:ext uri="{BB962C8B-B14F-4D97-AF65-F5344CB8AC3E}">
        <p14:creationId xmlns:p14="http://schemas.microsoft.com/office/powerpoint/2010/main" val="1943958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сполнительная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Другая 2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Исполнитель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Executive</Template>
  <TotalTime>116</TotalTime>
  <Words>125</Words>
  <Application>Microsoft Office PowerPoint</Application>
  <PresentationFormat>Экран (4:3)</PresentationFormat>
  <Paragraphs>37</Paragraphs>
  <Slides>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Courier New</vt:lpstr>
      <vt:lpstr>Исполнительная</vt:lpstr>
      <vt:lpstr>РАЗРАБОТКА СЕРВЕРНОЙ ЧАСТИ МОБИЛЬНОГО ПРИЛОЖЕНИЯ ПОД ANDROID ДЛЯ ОНЛАЙН-ИГРЫ</vt:lpstr>
      <vt:lpstr>Задачи, решаемые в дипломной работе</vt:lpstr>
      <vt:lpstr>Выбор серверного движка</vt:lpstr>
      <vt:lpstr>Обзор серверного движка</vt:lpstr>
      <vt:lpstr>Обзор серверного движка</vt:lpstr>
      <vt:lpstr>Разработка игровых механик</vt:lpstr>
      <vt:lpstr>Модель персонажа «снайпер»</vt:lpstr>
      <vt:lpstr>Полученные результаты</vt:lpstr>
      <vt:lpstr>Презентация PowerPoint</vt:lpstr>
    </vt:vector>
  </TitlesOfParts>
  <Company>Jane Sh 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Курсовая работа «Разработка одностраничного приложения с кулинарными рецептами»</dc:title>
  <dc:creator>Yana Khadkevich</dc:creator>
  <cp:lastModifiedBy>Пользователь Windows</cp:lastModifiedBy>
  <cp:revision>25</cp:revision>
  <dcterms:created xsi:type="dcterms:W3CDTF">2017-06-20T06:57:23Z</dcterms:created>
  <dcterms:modified xsi:type="dcterms:W3CDTF">2021-06-15T11:43:44Z</dcterms:modified>
</cp:coreProperties>
</file>