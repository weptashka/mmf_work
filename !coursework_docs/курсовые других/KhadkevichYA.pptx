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1" r:id="rId3"/>
    <p:sldId id="266" r:id="rId4"/>
    <p:sldId id="263" r:id="rId5"/>
    <p:sldId id="268" r:id="rId6"/>
    <p:sldId id="269" r:id="rId7"/>
    <p:sldId id="271" r:id="rId8"/>
    <p:sldId id="270" r:id="rId9"/>
    <p:sldId id="259" r:id="rId10"/>
  </p:sldIdLst>
  <p:sldSz cx="9144000" cy="6858000" type="screen4x3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2" autoAdjust="0"/>
  </p:normalViewPr>
  <p:slideViewPr>
    <p:cSldViewPr>
      <p:cViewPr varScale="1">
        <p:scale>
          <a:sx n="61" d="100"/>
          <a:sy n="61" d="100"/>
        </p:scale>
        <p:origin x="14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CB980-34A6-4600-B3C0-4636393C74D4}" type="datetimeFigureOut">
              <a:rPr lang="be-BY" smtClean="0"/>
              <a:t>25.05.19</a:t>
            </a:fld>
            <a:endParaRPr lang="be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e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6B63A-BCAF-477B-A5A3-21D0150D8ECB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7399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800" baseline="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BFED-BA77-4745-AE6F-D30524014DF9}" type="datetime1">
              <a:rPr lang="be-BY" smtClean="0"/>
              <a:t>25.05.19</a:t>
            </a:fld>
            <a:endParaRPr lang="be-BY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e-B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1200"/>
              </a:spcAft>
              <a:defRPr/>
            </a:lvl1pPr>
            <a:lvl2pPr>
              <a:defRPr sz="2400" baseline="0"/>
            </a:lvl2pPr>
            <a:lvl3pPr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5BE4-D2E3-4B06-8199-FBE957B72CB8}" type="datetime1">
              <a:rPr lang="be-BY" smtClean="0"/>
              <a:t>25.05.19</a:t>
            </a:fld>
            <a:endParaRPr lang="be-BY" dirty="0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 dirty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B45C0-2069-4F52-95E3-F086F56FB06A}" type="datetime1">
              <a:rPr lang="be-BY" smtClean="0"/>
              <a:t>25.05.19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CD5D-BAF7-4445-A438-BA1B9F86CCA3}" type="datetime1">
              <a:rPr lang="be-BY" smtClean="0"/>
              <a:t>25.05.19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3570-DDCA-4104-9000-33D6B540690F}" type="datetime1">
              <a:rPr lang="be-BY" smtClean="0"/>
              <a:t>25.05.19</a:t>
            </a:fld>
            <a:endParaRPr lang="be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36A6-13A8-42DA-878C-910F56331A6A}" type="datetime1">
              <a:rPr lang="be-BY" smtClean="0"/>
              <a:t>25.05.19</a:t>
            </a:fld>
            <a:endParaRPr lang="be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1A9F-65EF-4DF2-B0A7-EB6A91B0F68C}" type="datetime1">
              <a:rPr lang="be-BY" smtClean="0"/>
              <a:t>25.05.19</a:t>
            </a:fld>
            <a:endParaRPr lang="be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8C4C-A1BA-461C-BCE9-04720CCEC031}" type="datetime1">
              <a:rPr lang="be-BY" smtClean="0"/>
              <a:t>25.05.19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FD45-1A1C-4C67-B1F1-04751D6712F1}" type="datetime1">
              <a:rPr lang="be-BY" smtClean="0"/>
              <a:t>25.05.19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40F3-4F31-4D7B-B285-6888DCE07A7E}" type="datetime1">
              <a:rPr lang="be-BY" smtClean="0"/>
              <a:t>25.05.19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9E49D-9247-43BB-A038-8251ABF900D2}" type="datetime1">
              <a:rPr lang="be-BY" smtClean="0"/>
              <a:t>25.05.19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bg1">
                <a:tint val="80000"/>
                <a:satMod val="250000"/>
              </a:schemeClr>
            </a:gs>
            <a:gs pos="100000">
              <a:schemeClr val="bg1">
                <a:tint val="90000"/>
                <a:shade val="90000"/>
                <a:satMod val="200000"/>
              </a:schemeClr>
            </a:gs>
            <a:gs pos="100000">
              <a:schemeClr val="bg1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1A26BA7-E2E7-40F3-B4FE-B8B19CB07314}" type="datetime1">
              <a:rPr lang="be-BY" smtClean="0"/>
              <a:t>25.05.19</a:t>
            </a:fld>
            <a:endParaRPr lang="be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be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7" name="Oval 6"/>
          <p:cNvSpPr/>
          <p:nvPr userDrawn="1"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ts val="3600"/>
        </a:lnSpc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1">
              <a:lumMod val="95000"/>
              <a:lumOff val="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40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Дипломная </a:t>
            </a:r>
            <a:r>
              <a:rPr lang="ru-RU" dirty="0"/>
              <a:t>работа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Выполнила</a:t>
            </a:r>
            <a:endParaRPr lang="en-US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 smtClean="0"/>
              <a:t>Хадкевич </a:t>
            </a:r>
            <a:r>
              <a:rPr lang="ru-RU" sz="2400" dirty="0"/>
              <a:t>Яна Вячеславовна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Научный руководитель: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кандидат технических наук</a:t>
            </a:r>
            <a:r>
              <a:rPr lang="ru-RU" sz="2400" dirty="0" smtClean="0"/>
              <a:t>,</a:t>
            </a:r>
            <a:endParaRPr lang="en-US" sz="2400" dirty="0" smtClean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 smtClean="0"/>
              <a:t>доцент </a:t>
            </a:r>
            <a:r>
              <a:rPr lang="ru-RU" sz="2400" dirty="0"/>
              <a:t>А.Е. Люлькин</a:t>
            </a:r>
            <a:endParaRPr lang="be-BY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1</a:t>
            </a:fld>
            <a:endParaRPr lang="be-BY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060848"/>
          </a:xfrm>
        </p:spPr>
        <p:txBody>
          <a:bodyPr/>
          <a:lstStyle/>
          <a:p>
            <a:r>
              <a:rPr lang="ru-RU" dirty="0"/>
              <a:t>«Разработка клиентской части веб-приложения для лечебных учреждений»</a:t>
            </a: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242768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клиентскую часть веб-приложения для лечебных учреждений, специализирующихся на управлении долгосрочным </a:t>
            </a:r>
            <a:r>
              <a:rPr lang="ru-RU" dirty="0" smtClean="0"/>
              <a:t>уходом.</a:t>
            </a:r>
          </a:p>
          <a:p>
            <a:r>
              <a:rPr lang="ru-RU" dirty="0" smtClean="0"/>
              <a:t>Полученное веб-приложение </a:t>
            </a:r>
            <a:r>
              <a:rPr lang="ru-RU" dirty="0"/>
              <a:t>должно помогать в решениях основных проблем, которые связаны с уходом за пациентами с хроническими заболеваниями.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2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3339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3</a:t>
            </a:fld>
            <a:endParaRPr lang="be-BY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40" y="1080660"/>
            <a:ext cx="7716719" cy="5280125"/>
          </a:xfrm>
        </p:spPr>
      </p:pic>
      <p:sp>
        <p:nvSpPr>
          <p:cNvPr id="8" name="Заголовок 3"/>
          <p:cNvSpPr txBox="1">
            <a:spLocks/>
          </p:cNvSpPr>
          <p:nvPr/>
        </p:nvSpPr>
        <p:spPr>
          <a:xfrm>
            <a:off x="107504" y="116632"/>
            <a:ext cx="8856984" cy="648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z="3000" dirty="0"/>
              <a:t>Страница списка пациентов</a:t>
            </a:r>
            <a:endParaRPr lang="be-BY" sz="3000" dirty="0"/>
          </a:p>
        </p:txBody>
      </p:sp>
    </p:spTree>
    <p:extLst>
      <p:ext uri="{BB962C8B-B14F-4D97-AF65-F5344CB8AC3E}">
        <p14:creationId xmlns:p14="http://schemas.microsoft.com/office/powerpoint/2010/main" val="217776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4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Страница пациента «Общая информация» </a:t>
            </a:r>
            <a:endParaRPr lang="be-BY" sz="30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19" y="1006465"/>
            <a:ext cx="7628953" cy="5361459"/>
          </a:xfrm>
        </p:spPr>
      </p:pic>
    </p:spTree>
    <p:extLst>
      <p:ext uri="{BB962C8B-B14F-4D97-AF65-F5344CB8AC3E}">
        <p14:creationId xmlns:p14="http://schemas.microsoft.com/office/powerpoint/2010/main" val="316577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5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576064"/>
          </a:xfrm>
        </p:spPr>
        <p:txBody>
          <a:bodyPr/>
          <a:lstStyle/>
          <a:p>
            <a:r>
              <a:rPr lang="ru-RU" sz="2800" dirty="0"/>
              <a:t>Страница пациента </a:t>
            </a:r>
            <a:r>
              <a:rPr lang="ru-RU" sz="2800" dirty="0" smtClean="0"/>
              <a:t>«</a:t>
            </a:r>
            <a:r>
              <a:rPr lang="ru-RU" sz="2800" dirty="0"/>
              <a:t>Отслеживание времени</a:t>
            </a:r>
            <a:r>
              <a:rPr lang="ru-RU" sz="2800" dirty="0" smtClean="0"/>
              <a:t>»</a:t>
            </a:r>
            <a:endParaRPr lang="be-BY" sz="28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052736"/>
            <a:ext cx="7590860" cy="5303614"/>
          </a:xfrm>
        </p:spPr>
      </p:pic>
    </p:spTree>
    <p:extLst>
      <p:ext uri="{BB962C8B-B14F-4D97-AF65-F5344CB8AC3E}">
        <p14:creationId xmlns:p14="http://schemas.microsoft.com/office/powerpoint/2010/main" val="345424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6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Страница пациента </a:t>
            </a:r>
            <a:r>
              <a:rPr lang="ru-RU" sz="3000" dirty="0" smtClean="0"/>
              <a:t>«План ухода» </a:t>
            </a:r>
            <a:endParaRPr lang="be-BY" sz="3000" dirty="0"/>
          </a:p>
        </p:txBody>
      </p:sp>
      <p:pic>
        <p:nvPicPr>
          <p:cNvPr id="14" name="Объект 1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12"/>
          <a:stretch/>
        </p:blipFill>
        <p:spPr>
          <a:xfrm>
            <a:off x="1013272" y="2824916"/>
            <a:ext cx="7045448" cy="1800200"/>
          </a:xfr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56" y="4700166"/>
            <a:ext cx="7072880" cy="165618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52" y="843960"/>
            <a:ext cx="7056784" cy="193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0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7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Страница пациента </a:t>
            </a:r>
            <a:r>
              <a:rPr lang="ru-RU" sz="3000" dirty="0" smtClean="0"/>
              <a:t>«План ухода» </a:t>
            </a:r>
            <a:endParaRPr lang="be-BY" sz="30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60" y="1196975"/>
            <a:ext cx="7712480" cy="4929188"/>
          </a:xfrm>
        </p:spPr>
      </p:pic>
    </p:spTree>
    <p:extLst>
      <p:ext uri="{BB962C8B-B14F-4D97-AF65-F5344CB8AC3E}">
        <p14:creationId xmlns:p14="http://schemas.microsoft.com/office/powerpoint/2010/main" val="29879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8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Страница </a:t>
            </a:r>
            <a:r>
              <a:rPr lang="ru-RU" sz="3000" dirty="0" smtClean="0"/>
              <a:t>«</a:t>
            </a:r>
            <a:r>
              <a:rPr lang="ru-RU" sz="3000" dirty="0"/>
              <a:t>Активность </a:t>
            </a:r>
            <a:r>
              <a:rPr lang="ru-RU" sz="3000" dirty="0" smtClean="0"/>
              <a:t>пользователей» </a:t>
            </a:r>
            <a:endParaRPr lang="be-BY" sz="30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24"/>
          <a:stretch/>
        </p:blipFill>
        <p:spPr>
          <a:xfrm>
            <a:off x="719572" y="980728"/>
            <a:ext cx="7632848" cy="5400600"/>
          </a:xfrm>
        </p:spPr>
      </p:pic>
    </p:spTree>
    <p:extLst>
      <p:ext uri="{BB962C8B-B14F-4D97-AF65-F5344CB8AC3E}">
        <p14:creationId xmlns:p14="http://schemas.microsoft.com/office/powerpoint/2010/main" val="429152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  <a:endParaRPr lang="be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9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26434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Другая 2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75</TotalTime>
  <Words>105</Words>
  <Application>Microsoft Office PowerPoint</Application>
  <PresentationFormat>Экран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Исполнительная</vt:lpstr>
      <vt:lpstr>«Разработка клиентской части веб-приложения для лечебных учреждений»</vt:lpstr>
      <vt:lpstr>Задача</vt:lpstr>
      <vt:lpstr>Презентация PowerPoint</vt:lpstr>
      <vt:lpstr>Страница пациента «Общая информация» </vt:lpstr>
      <vt:lpstr>Страница пациента «Отслеживание времени»</vt:lpstr>
      <vt:lpstr>Страница пациента «План ухода» </vt:lpstr>
      <vt:lpstr>Страница пациента «План ухода» </vt:lpstr>
      <vt:lpstr>Страница «Активность пользователей» </vt:lpstr>
      <vt:lpstr>Спасибо за внимание!</vt:lpstr>
    </vt:vector>
  </TitlesOfParts>
  <Company>Jane Sh 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«Разработка одностраничного приложения с кулинарными рецептами»</dc:title>
  <dc:creator>Yana Khadkevich</dc:creator>
  <cp:lastModifiedBy>Yana Khadkevich</cp:lastModifiedBy>
  <cp:revision>19</cp:revision>
  <dcterms:created xsi:type="dcterms:W3CDTF">2017-06-20T06:57:23Z</dcterms:created>
  <dcterms:modified xsi:type="dcterms:W3CDTF">2019-05-25T05:40:49Z</dcterms:modified>
</cp:coreProperties>
</file>