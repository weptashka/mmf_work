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4" r:id="rId10"/>
    <p:sldId id="263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73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638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751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389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2054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734507"/>
            <a:ext cx="3816804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734507"/>
            <a:ext cx="3816804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74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925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152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52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609600"/>
            <a:ext cx="2688125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4451212" cy="1829338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763702"/>
            <a:ext cx="2456813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4451212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368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547807"/>
            <a:ext cx="760634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695010"/>
            <a:ext cx="738401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17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3747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  <p:sp>
        <p:nvSpPr>
          <p:cNvPr id="11" name="TextBox 10"/>
          <p:cNvSpPr txBox="1"/>
          <p:nvPr/>
        </p:nvSpPr>
        <p:spPr>
          <a:xfrm>
            <a:off x="742950" y="88479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92825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981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9648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4017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818215"/>
            <a:ext cx="2504979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818215"/>
            <a:ext cx="2504979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818215"/>
            <a:ext cx="2504979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4480368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356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5922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835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9E2448-56CD-44E6-A236-27BDDD684B3B}" type="datetimeFigureOut">
              <a:rPr lang="LID4096" smtClean="0"/>
              <a:t>06/09/2024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B1776B4-94AD-49CB-86B1-44CD4B16E6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6661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  <p:sldLayoutId id="2147484227" r:id="rId5"/>
    <p:sldLayoutId id="2147484228" r:id="rId6"/>
    <p:sldLayoutId id="2147484229" r:id="rId7"/>
    <p:sldLayoutId id="2147484230" r:id="rId8"/>
    <p:sldLayoutId id="2147484231" r:id="rId9"/>
    <p:sldLayoutId id="2147484232" r:id="rId10"/>
    <p:sldLayoutId id="2147484233" r:id="rId11"/>
    <p:sldLayoutId id="2147484234" r:id="rId12"/>
    <p:sldLayoutId id="2147484235" r:id="rId13"/>
    <p:sldLayoutId id="2147484236" r:id="rId14"/>
    <p:sldLayoutId id="2147484237" r:id="rId15"/>
    <p:sldLayoutId id="2147484238" r:id="rId16"/>
    <p:sldLayoutId id="2147484239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7" y="334228"/>
            <a:ext cx="81019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РАЗРАБОТКА МНОГОПОЛЬЗОВАТЕЛЬСКОГО ИГРОВОГО ОНЛАЙН-ПРИЛОЖЕНИЯ С ИСПОЛЬЗОВАНИЕМ UNITY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072AF-1DCB-8CA0-D9FE-E944C8D1F895}"/>
              </a:ext>
            </a:extLst>
          </p:cNvPr>
          <p:cNvSpPr txBox="1"/>
          <p:nvPr/>
        </p:nvSpPr>
        <p:spPr>
          <a:xfrm>
            <a:off x="2847809" y="2551628"/>
            <a:ext cx="39613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>
                <a:latin typeface="Century Gothic" panose="020B0502020202020204" pitchFamily="34" charset="0"/>
              </a:rPr>
              <a:t>Дипломная работа</a:t>
            </a:r>
            <a:endParaRPr lang="LID4096" sz="30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C3B95-0D73-056C-E8F5-6C3D100BC095}"/>
              </a:ext>
            </a:extLst>
          </p:cNvPr>
          <p:cNvSpPr txBox="1"/>
          <p:nvPr/>
        </p:nvSpPr>
        <p:spPr>
          <a:xfrm>
            <a:off x="3845839" y="3615215"/>
            <a:ext cx="50321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latin typeface="Century Gothic" panose="020B0502020202020204" pitchFamily="34" charset="0"/>
              </a:rPr>
              <a:t>Выполнила</a:t>
            </a:r>
          </a:p>
          <a:p>
            <a:pPr algn="r"/>
            <a:r>
              <a:rPr lang="ru-RU" sz="2400" dirty="0">
                <a:latin typeface="Century Gothic" panose="020B0502020202020204" pitchFamily="34" charset="0"/>
              </a:rPr>
              <a:t>Логаш Полина Александровна</a:t>
            </a:r>
            <a:endParaRPr lang="LID4096" sz="2400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496A8-A98C-A24C-5703-135AEF304208}"/>
              </a:ext>
            </a:extLst>
          </p:cNvPr>
          <p:cNvSpPr txBox="1"/>
          <p:nvPr/>
        </p:nvSpPr>
        <p:spPr>
          <a:xfrm>
            <a:off x="4416507" y="4851400"/>
            <a:ext cx="44614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latin typeface="Century Gothic" panose="020B0502020202020204" pitchFamily="34" charset="0"/>
              </a:rPr>
              <a:t>Научный руководитель</a:t>
            </a:r>
          </a:p>
          <a:p>
            <a:pPr algn="r"/>
            <a:r>
              <a:rPr lang="ru-RU" sz="2400" dirty="0">
                <a:latin typeface="Century Gothic" panose="020B0502020202020204" pitchFamily="34" charset="0"/>
              </a:rPr>
              <a:t>кандидат технических наук,</a:t>
            </a:r>
          </a:p>
          <a:p>
            <a:pPr algn="r"/>
            <a:r>
              <a:rPr lang="ru-RU" sz="2400" dirty="0">
                <a:latin typeface="Century Gothic" panose="020B0502020202020204" pitchFamily="34" charset="0"/>
              </a:rPr>
              <a:t> доцент А. Е. Люлькин</a:t>
            </a:r>
          </a:p>
        </p:txBody>
      </p:sp>
    </p:spTree>
    <p:extLst>
      <p:ext uri="{BB962C8B-B14F-4D97-AF65-F5344CB8AC3E}">
        <p14:creationId xmlns:p14="http://schemas.microsoft.com/office/powerpoint/2010/main" val="3653269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5" y="445988"/>
            <a:ext cx="81019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Задачи, решаемые в дипломной работе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072AF-1DCB-8CA0-D9FE-E944C8D1F895}"/>
              </a:ext>
            </a:extLst>
          </p:cNvPr>
          <p:cNvSpPr txBox="1"/>
          <p:nvPr/>
        </p:nvSpPr>
        <p:spPr>
          <a:xfrm>
            <a:off x="582268" y="2224054"/>
            <a:ext cx="7979457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Изучить рынок мобильных игр;</a:t>
            </a:r>
          </a:p>
          <a:p>
            <a:pPr marL="342900" marR="0" lvl="0" indent="-342900" algn="just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основные механики игры и элементы управления;</a:t>
            </a:r>
          </a:p>
          <a:p>
            <a:pPr marL="342900" marR="0" lvl="0" indent="-342900" algn="just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функцию объединения игроков в игровую сессию;</a:t>
            </a:r>
          </a:p>
          <a:p>
            <a:pPr marL="342900" marR="0" lvl="0" indent="-342900" algn="just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функцию передачи данных между игроками в реальном времени;</a:t>
            </a:r>
          </a:p>
        </p:txBody>
      </p:sp>
    </p:spTree>
    <p:extLst>
      <p:ext uri="{BB962C8B-B14F-4D97-AF65-F5344CB8AC3E}">
        <p14:creationId xmlns:p14="http://schemas.microsoft.com/office/powerpoint/2010/main" val="128913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7" y="628868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Использованные технологии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E5B17-651A-EFCF-C9F2-7ED6229B9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16" y="2200654"/>
            <a:ext cx="3633223" cy="12283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A651786-E020-DBAE-DC43-982B0530F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2" y="3154680"/>
            <a:ext cx="3547290" cy="186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1E91B6-43E1-D7EE-E6D1-D53E807C5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4181088"/>
            <a:ext cx="1803400" cy="18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9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Стартовый экран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0E289-AFB2-340D-0656-CF62D3E00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64" y="2110105"/>
            <a:ext cx="7022465" cy="34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36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Экран меню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93E788-C479-9268-CC32-9EA9D1153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22" y="2043467"/>
            <a:ext cx="8101956" cy="405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2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Игровой интерфейс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F38E9-BC13-983A-EEF0-4610B450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2" y="1933329"/>
            <a:ext cx="7587866" cy="377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1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Первая карта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C2F1A1-ACA6-C68A-CE01-97BCD4677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81" y="1455366"/>
            <a:ext cx="7059038" cy="473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89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Вторая карта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FA07E2-621A-D125-A9B7-6BD291029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22" y="1637885"/>
            <a:ext cx="6990945" cy="415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86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Настройки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4D0C9D-59FD-7DB0-4837-CEF1068B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72" y="1299755"/>
            <a:ext cx="4981786" cy="24727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FBADCA-F6E2-5D31-4818-1F9C8841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472" y="3997933"/>
            <a:ext cx="4987046" cy="24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5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Модели игровых персонажей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15FAD4-86D7-2324-A12D-D2C60A5E0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" y="1704214"/>
            <a:ext cx="3310890" cy="2885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0D9443-F14F-C97B-A6DD-7B500664B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9" y="3268057"/>
            <a:ext cx="3666491" cy="264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7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3" y="489590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Добавление анимации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4AF5B-198B-B8C5-001D-5D3944E29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13" y="2473960"/>
            <a:ext cx="4588302" cy="2638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5FB5C7-2C36-ED46-2630-2736591CF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75" y="1305460"/>
            <a:ext cx="2171065" cy="2024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4B310-1D56-EF89-929F-260D4A969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375" y="4109653"/>
            <a:ext cx="2171065" cy="20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80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E498-C356-02A4-89CD-14AC33FAC456}"/>
              </a:ext>
            </a:extLst>
          </p:cNvPr>
          <p:cNvSpPr txBox="1"/>
          <p:nvPr/>
        </p:nvSpPr>
        <p:spPr>
          <a:xfrm>
            <a:off x="521017" y="2844225"/>
            <a:ext cx="8101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Gothic" panose="020B0502020202020204" pitchFamily="34" charset="0"/>
              </a:rPr>
              <a:t>Спасибо за внимание!</a:t>
            </a:r>
            <a:endParaRPr lang="LID4096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093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187</TotalTime>
  <Words>85</Words>
  <Application>Microsoft Office PowerPoint</Application>
  <PresentationFormat>Экран (4:3)</PresentationFormat>
  <Paragraphs>22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Calisto MT</vt:lpstr>
      <vt:lpstr>Century Gothic</vt:lpstr>
      <vt:lpstr>Wingdings 2</vt:lpstr>
      <vt:lpstr>Slate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Logash Polina</dc:creator>
  <cp:lastModifiedBy>Logash Polina</cp:lastModifiedBy>
  <cp:revision>8</cp:revision>
  <dcterms:created xsi:type="dcterms:W3CDTF">2024-05-28T05:57:29Z</dcterms:created>
  <dcterms:modified xsi:type="dcterms:W3CDTF">2024-06-09T22:18:00Z</dcterms:modified>
</cp:coreProperties>
</file>