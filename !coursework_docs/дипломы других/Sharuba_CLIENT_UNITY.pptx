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1" r:id="rId3"/>
    <p:sldId id="266" r:id="rId4"/>
    <p:sldId id="263" r:id="rId5"/>
    <p:sldId id="268" r:id="rId6"/>
    <p:sldId id="269" r:id="rId7"/>
    <p:sldId id="271" r:id="rId8"/>
    <p:sldId id="270" r:id="rId9"/>
    <p:sldId id="272" r:id="rId10"/>
  </p:sldIdLst>
  <p:sldSz cx="9144000" cy="6858000" type="screen4x3"/>
  <p:notesSz cx="6858000" cy="9144000"/>
  <p:defaultTextStyle>
    <a:defPPr>
      <a:defRPr lang="be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662" autoAdjust="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e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CB980-34A6-4600-B3C0-4636393C74D4}" type="datetimeFigureOut">
              <a:rPr lang="be-BY" smtClean="0"/>
              <a:t>14.06.21</a:t>
            </a:fld>
            <a:endParaRPr lang="be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e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6B63A-BCAF-477B-A5A3-21D0150D8ECB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37399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800" baseline="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BBFED-BA77-4745-AE6F-D30524014DF9}" type="datetime1">
              <a:rPr lang="be-BY" smtClean="0"/>
              <a:t>14.06.21</a:t>
            </a:fld>
            <a:endParaRPr lang="be-BY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be-BY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1200"/>
              </a:spcAft>
              <a:defRPr/>
            </a:lvl1pPr>
            <a:lvl2pPr>
              <a:defRPr sz="2400" baseline="0"/>
            </a:lvl2pPr>
            <a:lvl3pPr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 err="1"/>
              <a:t>Четвертый</a:t>
            </a:r>
            <a:r>
              <a:rPr lang="ru-RU" dirty="0"/>
              <a:t>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5BE4-D2E3-4B06-8199-FBE957B72CB8}" type="datetime1">
              <a:rPr lang="be-BY" smtClean="0"/>
              <a:t>14.06.21</a:t>
            </a:fld>
            <a:endParaRPr lang="be-BY" dirty="0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 dirty="0"/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 dirty="0"/>
          </a:p>
        </p:txBody>
      </p:sp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be-B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B45C0-2069-4F52-95E3-F086F56FB06A}" type="datetime1">
              <a:rPr lang="be-BY" smtClean="0"/>
              <a:t>14.06.21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FCD5D-BAF7-4445-A438-BA1B9F86CCA3}" type="datetime1">
              <a:rPr lang="be-BY" smtClean="0"/>
              <a:t>14.06.21</a:t>
            </a:fld>
            <a:endParaRPr lang="be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3570-DDCA-4104-9000-33D6B540690F}" type="datetime1">
              <a:rPr lang="be-BY" smtClean="0"/>
              <a:t>14.06.21</a:t>
            </a:fld>
            <a:endParaRPr lang="be-B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36A6-13A8-42DA-878C-910F56331A6A}" type="datetime1">
              <a:rPr lang="be-BY" smtClean="0"/>
              <a:t>14.06.21</a:t>
            </a:fld>
            <a:endParaRPr lang="be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1A9F-65EF-4DF2-B0A7-EB6A91B0F68C}" type="datetime1">
              <a:rPr lang="be-BY" smtClean="0"/>
              <a:t>14.06.21</a:t>
            </a:fld>
            <a:endParaRPr lang="be-B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8C4C-A1BA-461C-BCE9-04720CCEC031}" type="datetime1">
              <a:rPr lang="be-BY" smtClean="0"/>
              <a:t>14.06.21</a:t>
            </a:fld>
            <a:endParaRPr lang="be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FD45-1A1C-4C67-B1F1-04751D6712F1}" type="datetime1">
              <a:rPr lang="be-BY" smtClean="0"/>
              <a:t>14.06.21</a:t>
            </a:fld>
            <a:endParaRPr lang="be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40F3-4F31-4D7B-B285-6888DCE07A7E}" type="datetime1">
              <a:rPr lang="be-BY" smtClean="0"/>
              <a:t>14.06.21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9E49D-9247-43BB-A038-8251ABF900D2}" type="datetime1">
              <a:rPr lang="be-BY" smtClean="0"/>
              <a:t>14.06.21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0">
              <a:schemeClr val="bg1">
                <a:tint val="80000"/>
                <a:satMod val="250000"/>
              </a:schemeClr>
            </a:gs>
            <a:gs pos="100000">
              <a:schemeClr val="bg1">
                <a:tint val="90000"/>
                <a:shade val="90000"/>
                <a:satMod val="200000"/>
              </a:schemeClr>
            </a:gs>
            <a:gs pos="100000">
              <a:schemeClr val="bg1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807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82296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 err="1"/>
              <a:t>Четвертый</a:t>
            </a:r>
            <a:r>
              <a:rPr lang="ru-RU" dirty="0"/>
              <a:t>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1A26BA7-E2E7-40F3-B4FE-B8B19CB07314}" type="datetime1">
              <a:rPr lang="be-BY" smtClean="0"/>
              <a:t>14.06.21</a:t>
            </a:fld>
            <a:endParaRPr lang="be-B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be-BY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F521CFA4-FA40-4CD9-A8D1-CCA139A41BDD}" type="slidenum">
              <a:rPr lang="be-BY" smtClean="0"/>
              <a:t>‹#›</a:t>
            </a:fld>
            <a:endParaRPr lang="be-BY" dirty="0"/>
          </a:p>
        </p:txBody>
      </p:sp>
      <p:sp>
        <p:nvSpPr>
          <p:cNvPr id="7" name="Oval 6"/>
          <p:cNvSpPr/>
          <p:nvPr userDrawn="1"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 userDrawn="1"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ts val="3600"/>
        </a:lnSpc>
        <a:spcBef>
          <a:spcPct val="20000"/>
        </a:spcBef>
        <a:buFont typeface="Arial" pitchFamily="34" charset="0"/>
        <a:buChar char="•"/>
        <a:defRPr sz="2800" kern="1200" baseline="0">
          <a:solidFill>
            <a:schemeClr val="tx1">
              <a:lumMod val="95000"/>
              <a:lumOff val="5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2400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baseline="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2000" kern="1200" baseline="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baseline="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12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Дипломная работа</a:t>
            </a:r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endParaRPr lang="ru-RU" sz="2400" dirty="0"/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400" dirty="0"/>
              <a:t>Выполнил</a:t>
            </a:r>
            <a:endParaRPr lang="en-US" sz="2400" dirty="0"/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400" dirty="0"/>
              <a:t>Шаруба Павел Владимирович</a:t>
            </a:r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endParaRPr lang="ru-RU" sz="2400" dirty="0"/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400" dirty="0"/>
              <a:t>Научный руководитель:</a:t>
            </a:r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400" dirty="0"/>
              <a:t>кандидат технических наук,</a:t>
            </a:r>
            <a:endParaRPr lang="en-US" sz="2400" dirty="0"/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400" dirty="0"/>
              <a:t>доцент А.Е. Люлькин</a:t>
            </a:r>
            <a:endParaRPr lang="be-BY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1</a:t>
            </a:fld>
            <a:endParaRPr lang="be-BY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060848"/>
          </a:xfrm>
        </p:spPr>
        <p:txBody>
          <a:bodyPr/>
          <a:lstStyle/>
          <a:p>
            <a:r>
              <a:rPr lang="ru-RU" dirty="0"/>
              <a:t>«Разработка клиентской части мобильного приложения под </a:t>
            </a:r>
            <a:r>
              <a:rPr lang="en-US" dirty="0"/>
              <a:t>Android</a:t>
            </a:r>
            <a:r>
              <a:rPr lang="ru-RU" dirty="0"/>
              <a:t> для онлайн-игры»</a:t>
            </a:r>
            <a:endParaRPr lang="be-BY" sz="2800" dirty="0"/>
          </a:p>
        </p:txBody>
      </p:sp>
    </p:spTree>
    <p:extLst>
      <p:ext uri="{BB962C8B-B14F-4D97-AF65-F5344CB8AC3E}">
        <p14:creationId xmlns:p14="http://schemas.microsoft.com/office/powerpoint/2010/main" val="2427689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Изучить инструментальные средства для реализации пользовательского интерфейса и клиентской логики приложения.</a:t>
            </a:r>
          </a:p>
          <a:p>
            <a:r>
              <a:rPr lang="ru-RU" dirty="0"/>
              <a:t>Выполнить проектирование и разработать графическую часть приложения.</a:t>
            </a:r>
          </a:p>
          <a:p>
            <a:r>
              <a:rPr lang="ru-RU" dirty="0"/>
              <a:t>Выполнить тестирование разработанных программных средств. 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2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333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3</a:t>
            </a:fld>
            <a:endParaRPr lang="be-BY" dirty="0"/>
          </a:p>
        </p:txBody>
      </p:sp>
      <p:sp>
        <p:nvSpPr>
          <p:cNvPr id="8" name="Заголовок 3"/>
          <p:cNvSpPr txBox="1">
            <a:spLocks/>
          </p:cNvSpPr>
          <p:nvPr/>
        </p:nvSpPr>
        <p:spPr>
          <a:xfrm>
            <a:off x="107504" y="116632"/>
            <a:ext cx="8856984" cy="6480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baseline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z="3000" dirty="0"/>
              <a:t>Низкополигональная модель солдата</a:t>
            </a:r>
            <a:endParaRPr lang="be-BY" sz="3000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F57EABB1-05AD-4024-8738-78031031A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" y="1360329"/>
            <a:ext cx="7574280" cy="4602480"/>
          </a:xfrm>
        </p:spPr>
      </p:pic>
    </p:spTree>
    <p:extLst>
      <p:ext uri="{BB962C8B-B14F-4D97-AF65-F5344CB8AC3E}">
        <p14:creationId xmlns:p14="http://schemas.microsoft.com/office/powerpoint/2010/main" val="2177765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4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648072"/>
          </a:xfrm>
        </p:spPr>
        <p:txBody>
          <a:bodyPr/>
          <a:lstStyle/>
          <a:p>
            <a:r>
              <a:rPr lang="ru-RU" sz="3000" dirty="0"/>
              <a:t>Текстуры для модели солдата</a:t>
            </a:r>
            <a:endParaRPr lang="be-BY" sz="3000" dirty="0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9E9A39CA-4093-4771-B259-F8A510DDB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5773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5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576064"/>
          </a:xfrm>
        </p:spPr>
        <p:txBody>
          <a:bodyPr/>
          <a:lstStyle/>
          <a:p>
            <a:r>
              <a:rPr lang="ru-RU" sz="2800" dirty="0"/>
              <a:t>Анимация бега для модели персонажа</a:t>
            </a:r>
            <a:endParaRPr lang="be-BY" sz="2800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7EF8BFB-3B39-4A5C-B1EB-F998CD687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27" y="1270000"/>
            <a:ext cx="8266545" cy="4318000"/>
          </a:xfrm>
        </p:spPr>
      </p:pic>
    </p:spTree>
    <p:extLst>
      <p:ext uri="{BB962C8B-B14F-4D97-AF65-F5344CB8AC3E}">
        <p14:creationId xmlns:p14="http://schemas.microsoft.com/office/powerpoint/2010/main" val="3454245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6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43508" y="642751"/>
            <a:ext cx="8856984" cy="648072"/>
          </a:xfrm>
        </p:spPr>
        <p:txBody>
          <a:bodyPr/>
          <a:lstStyle/>
          <a:p>
            <a:r>
              <a:rPr lang="ru-RU" sz="3000" dirty="0"/>
              <a:t>Вид на карту «Граница»</a:t>
            </a:r>
            <a:endParaRPr lang="be-BY" sz="3000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2B08735B-D020-447C-9970-C39119ADF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99155"/>
            <a:ext cx="8229600" cy="3724827"/>
          </a:xfrm>
        </p:spPr>
      </p:pic>
    </p:spTree>
    <p:extLst>
      <p:ext uri="{BB962C8B-B14F-4D97-AF65-F5344CB8AC3E}">
        <p14:creationId xmlns:p14="http://schemas.microsoft.com/office/powerpoint/2010/main" val="1583504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7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648072"/>
          </a:xfrm>
        </p:spPr>
        <p:txBody>
          <a:bodyPr/>
          <a:lstStyle/>
          <a:p>
            <a:r>
              <a:rPr lang="ru-RU" sz="3000" dirty="0"/>
              <a:t>Интерфейс главного меню</a:t>
            </a:r>
            <a:endParaRPr lang="be-BY" sz="3000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9B235415-07F6-422E-8370-BF17A26B72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62431"/>
            <a:ext cx="8229600" cy="3798276"/>
          </a:xfrm>
        </p:spPr>
      </p:pic>
    </p:spTree>
    <p:extLst>
      <p:ext uri="{BB962C8B-B14F-4D97-AF65-F5344CB8AC3E}">
        <p14:creationId xmlns:p14="http://schemas.microsoft.com/office/powerpoint/2010/main" val="298797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8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648072"/>
          </a:xfrm>
        </p:spPr>
        <p:txBody>
          <a:bodyPr/>
          <a:lstStyle/>
          <a:p>
            <a:r>
              <a:rPr lang="ru-RU" sz="3000" dirty="0"/>
              <a:t>Интерфейс меню настроек</a:t>
            </a:r>
            <a:endParaRPr lang="be-BY" sz="3000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1EB974F3-2073-499B-8CFB-CD4F0D54EC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62431"/>
            <a:ext cx="8229600" cy="3798276"/>
          </a:xfrm>
        </p:spPr>
      </p:pic>
    </p:spTree>
    <p:extLst>
      <p:ext uri="{BB962C8B-B14F-4D97-AF65-F5344CB8AC3E}">
        <p14:creationId xmlns:p14="http://schemas.microsoft.com/office/powerpoint/2010/main" val="4291529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9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43508" y="548680"/>
            <a:ext cx="8856984" cy="648072"/>
          </a:xfrm>
        </p:spPr>
        <p:txBody>
          <a:bodyPr/>
          <a:lstStyle/>
          <a:p>
            <a:r>
              <a:rPr lang="ru-RU" sz="3000" dirty="0"/>
              <a:t>Внутриигровой интерфейс</a:t>
            </a:r>
            <a:endParaRPr lang="be-BY" sz="3000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8437E1A-EEFF-423B-8F7E-74CC18841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62431"/>
            <a:ext cx="8229600" cy="3798276"/>
          </a:xfrm>
        </p:spPr>
      </p:pic>
    </p:spTree>
    <p:extLst>
      <p:ext uri="{BB962C8B-B14F-4D97-AF65-F5344CB8AC3E}">
        <p14:creationId xmlns:p14="http://schemas.microsoft.com/office/powerpoint/2010/main" val="17377363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Другая 2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170</TotalTime>
  <Words>92</Words>
  <Application>Microsoft Office PowerPoint</Application>
  <PresentationFormat>Экран (4:3)</PresentationFormat>
  <Paragraphs>29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Courier New</vt:lpstr>
      <vt:lpstr>Исполнительная</vt:lpstr>
      <vt:lpstr>«Разработка клиентской части мобильного приложения под Android для онлайн-игры»</vt:lpstr>
      <vt:lpstr>Задача</vt:lpstr>
      <vt:lpstr>Презентация PowerPoint</vt:lpstr>
      <vt:lpstr>Текстуры для модели солдата</vt:lpstr>
      <vt:lpstr>Анимация бега для модели персонажа</vt:lpstr>
      <vt:lpstr>Вид на карту «Граница»</vt:lpstr>
      <vt:lpstr>Интерфейс главного меню</vt:lpstr>
      <vt:lpstr>Интерфейс меню настроек</vt:lpstr>
      <vt:lpstr>Внутриигровой интерфейс</vt:lpstr>
    </vt:vector>
  </TitlesOfParts>
  <Company>Jane Sh 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«Разработка одностраничного приложения с кулинарными рецептами»</dc:title>
  <dc:creator>Yana Khadkevich</dc:creator>
  <cp:lastModifiedBy>Павел Шаруба</cp:lastModifiedBy>
  <cp:revision>28</cp:revision>
  <dcterms:created xsi:type="dcterms:W3CDTF">2017-06-20T06:57:23Z</dcterms:created>
  <dcterms:modified xsi:type="dcterms:W3CDTF">2021-06-14T19:52:40Z</dcterms:modified>
</cp:coreProperties>
</file>